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REFLEX READINESS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/>
            </a:pPr>
            <a:r>
              <a:t>Sync Squad | Group 49</a:t>
            </a:r>
          </a:p>
          <a:p>
            <a:pPr>
              <a:spcBef>
                <a:spcPts val="600"/>
              </a:spcBef>
              <a:defRPr sz="1600" b="1"/>
            </a:pPr>
            <a:r>
              <a:t>Team Members</a:t>
            </a:r>
          </a:p>
          <a:p>
            <a:pPr>
              <a:spcBef>
                <a:spcPts val="200"/>
              </a:spcBef>
              <a:defRPr sz="1400"/>
            </a:pPr>
            <a:r>
              <a:t>Maureen Naranoi</a:t>
            </a:r>
          </a:p>
          <a:p>
            <a:pPr>
              <a:spcBef>
                <a:spcPts val="200"/>
              </a:spcBef>
              <a:defRPr sz="1400"/>
            </a:pPr>
            <a:r>
              <a:t>Mark Ochieng</a:t>
            </a:r>
          </a:p>
          <a:p>
            <a:pPr>
              <a:spcBef>
                <a:spcPts val="200"/>
              </a:spcBef>
              <a:defRPr sz="1400"/>
            </a:pPr>
            <a:r>
              <a:t>Mark Kamamia</a:t>
            </a:r>
          </a:p>
          <a:p>
            <a:pPr>
              <a:spcBef>
                <a:spcPts val="200"/>
              </a:spcBef>
              <a:defRPr sz="1400"/>
            </a:pPr>
            <a:r>
              <a:t>Loureen Shillah</a:t>
            </a:r>
          </a:p>
          <a:p>
            <a:pPr>
              <a:spcBef>
                <a:spcPts val="200"/>
              </a:spcBef>
              <a:defRPr sz="1400"/>
            </a:pPr>
            <a:r>
              <a:t>Grace Murigi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Customer support teams spend time handling repetitive questions.</a:t>
            </a:r>
          </a:p>
          <a:p>
            <a:pPr>
              <a:spcAft>
                <a:spcPts val="1600"/>
              </a:spcAft>
              <a:defRPr sz="2200"/>
            </a:pPr>
            <a:r>
              <a:t>Common requests include order status, returns/refunds, and stock availability.</a:t>
            </a:r>
          </a:p>
          <a:p>
            <a:pPr>
              <a:spcAft>
                <a:spcPts val="1600"/>
              </a:spcAft>
              <a:defRPr sz="2200"/>
            </a:pPr>
            <a:r>
              <a:t>Manual handling slows response times and increases workload.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A support-deflection MVP that handles common customer questions through clear, structured flows.</a:t>
            </a:r>
          </a:p>
          <a:p>
            <a:pPr>
              <a:spcAft>
                <a:spcPts val="1600"/>
              </a:spcAft>
              <a:defRPr sz="2200"/>
            </a:pPr>
            <a:r>
              <a:t>The solution focuses on reducing unnecessary manual ticket handling.</a:t>
            </a:r>
          </a:p>
          <a:p>
            <a:pPr>
              <a:spcAft>
                <a:spcPts val="1600"/>
              </a:spcAft>
              <a:defRPr sz="2200"/>
            </a:pPr>
            <a:r>
              <a:t>It provides a simple path from customer request to an appropriate response or next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Order status flow</a:t>
            </a:r>
          </a:p>
          <a:p>
            <a:pPr>
              <a:spcAft>
                <a:spcPts val="1600"/>
              </a:spcAft>
              <a:defRPr sz="2200"/>
            </a:pPr>
            <a:r>
              <a:t>Stock availability flow</a:t>
            </a:r>
          </a:p>
          <a:p>
            <a:pPr>
              <a:spcAft>
                <a:spcPts val="1600"/>
              </a:spcAft>
              <a:defRPr sz="2200"/>
            </a:pPr>
            <a:r>
              <a:t>Returns &amp; refunds support flow</a:t>
            </a:r>
          </a:p>
          <a:p>
            <a:pPr>
              <a:spcAft>
                <a:spcPts val="1600"/>
              </a:spcAft>
              <a:defRPr sz="2200"/>
            </a:pPr>
            <a:r>
              <a:t>Testing and readiness evidence</a:t>
            </a:r>
          </a:p>
          <a:p>
            <a:pPr>
              <a:spcAft>
                <a:spcPts val="1600"/>
              </a:spcAft>
              <a:defRPr sz="2200"/>
            </a:pPr>
            <a:r>
              <a:t>Clear handover and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1. Customer submits a support request.</a:t>
            </a:r>
          </a:p>
          <a:p>
            <a:pPr>
              <a:spcAft>
                <a:spcPts val="1600"/>
              </a:spcAft>
              <a:defRPr sz="2200"/>
            </a:pPr>
            <a:r>
              <a:t>2. The system identifies the request category.</a:t>
            </a:r>
          </a:p>
          <a:p>
            <a:pPr>
              <a:spcAft>
                <a:spcPts val="1600"/>
              </a:spcAft>
              <a:defRPr sz="2200"/>
            </a:pPr>
            <a:r>
              <a:t>3. The appropriate support flow is triggered.</a:t>
            </a:r>
          </a:p>
          <a:p>
            <a:pPr>
              <a:spcAft>
                <a:spcPts val="1600"/>
              </a:spcAft>
              <a:defRPr sz="2200"/>
            </a:pPr>
            <a:r>
              <a:t>4. The customer receives the available information or next step.</a:t>
            </a:r>
          </a:p>
          <a:p>
            <a:pPr>
              <a:spcAft>
                <a:spcPts val="1600"/>
              </a:spcAft>
              <a:defRPr sz="2200"/>
            </a:pPr>
            <a:r>
              <a:t>5. Requests that need human attention can be escalated.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TESTING &amp;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Tested the key flows and documented known issues.</a:t>
            </a:r>
          </a:p>
          <a:p>
            <a:pPr>
              <a:spcAft>
                <a:spcPts val="1600"/>
              </a:spcAft>
              <a:defRPr sz="2200"/>
            </a:pPr>
            <a:r>
              <a:t>Used GitHub/Codespaces to run and troubleshoot the prototype.</a:t>
            </a:r>
          </a:p>
          <a:p>
            <a:pPr>
              <a:spcAft>
                <a:spcPts val="1600"/>
              </a:spcAft>
              <a:defRPr sz="2200"/>
            </a:pPr>
            <a:r>
              <a:t>Verified files, paths, and workflow execution.</a:t>
            </a:r>
          </a:p>
          <a:p>
            <a:pPr>
              <a:spcAft>
                <a:spcPts val="1600"/>
              </a:spcAft>
              <a:defRPr sz="2200"/>
            </a:pPr>
            <a:r>
              <a:t>Maintained delivery evidence and documented the final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CHALLENGES &amp;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File-path errors prevented Python files from being found.</a:t>
            </a:r>
          </a:p>
          <a:p>
            <a:pPr>
              <a:spcAft>
                <a:spcPts val="1600"/>
              </a:spcAft>
              <a:defRPr sz="2200"/>
            </a:pPr>
            <a:r>
              <a:t>GitHub Actions initially failed because the expected app.py path was incorrect.</a:t>
            </a:r>
          </a:p>
          <a:p>
            <a:pPr>
              <a:spcAft>
                <a:spcPts val="1600"/>
              </a:spcAft>
              <a:defRPr sz="2200"/>
            </a:pPr>
            <a:r>
              <a:t>Terminal command/file-location issues slowed testing.</a:t>
            </a:r>
          </a:p>
          <a:p>
            <a:pPr>
              <a:spcAft>
                <a:spcPts val="1600"/>
              </a:spcAft>
              <a:defRPr sz="2200"/>
            </a:pPr>
            <a:r>
              <a:t>We checked the repository structure, corrected paths, and reran the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Prioritized a functional MVP over additional features.</a:t>
            </a:r>
          </a:p>
          <a:p>
            <a:pPr>
              <a:spcAft>
                <a:spcPts val="1600"/>
              </a:spcAft>
              <a:defRPr sz="2200"/>
            </a:pPr>
            <a:r>
              <a:t>Focused on the required support categories and testing evidence.</a:t>
            </a:r>
          </a:p>
          <a:p>
            <a:pPr>
              <a:spcAft>
                <a:spcPts val="1600"/>
              </a:spcAft>
              <a:defRPr sz="2200"/>
            </a:pPr>
            <a:r>
              <a:t>Deferred non-essential enhancements so the core prototype could be validated.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Prototype status: WORKING</a:t>
            </a:r>
          </a:p>
          <a:p>
            <a:pPr>
              <a:spcAft>
                <a:spcPts val="1600"/>
              </a:spcAft>
              <a:defRPr sz="2200"/>
            </a:pPr>
            <a:r>
              <a:t>Core flows are testable.</a:t>
            </a:r>
          </a:p>
          <a:p>
            <a:pPr>
              <a:spcAft>
                <a:spcPts val="1600"/>
              </a:spcAft>
              <a:defRPr sz="2200"/>
            </a:pPr>
            <a:r>
              <a:t>Known issues and handover requirements are documented.</a:t>
            </a:r>
          </a:p>
          <a:p>
            <a:pPr>
              <a:spcAft>
                <a:spcPts val="1600"/>
              </a:spcAft>
              <a:defRPr sz="2200"/>
            </a:pPr>
            <a:r>
              <a:t>GitHub repository provides the project source and audit trail.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Questions?</a:t>
            </a:r>
          </a:p>
          <a:p>
            <a:pPr>
              <a:spcAft>
                <a:spcPts val="1600"/>
              </a:spcAft>
              <a:defRPr sz="2200"/>
            </a:pPr>
            <a:r>
              <a:t>Northstar Support Deflection MVP</a:t>
            </a:r>
          </a:p>
          <a:p>
            <a:pPr>
              <a:spcAft>
                <a:spcPts val="1600"/>
              </a:spcAft>
              <a:defRPr sz="2200"/>
            </a:pPr>
            <a:r>
              <a:t>Group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